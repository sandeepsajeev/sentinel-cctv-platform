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architecture. Model 1 is compulsory and is our spine; Model 3 federation for departments with a VMS; Model 2 direct-connect for cameras without one. Model 4 rejected on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finding that shapes the whole submission. A competing public measurement found 58 reliable reads from 1 of 12 cameras — consistent with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also invalidated part of our own first sweep — we re-measured rather than quote contaminated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 features cannot compensate for a failed mandatory requirement — the test case ships first. These are built on top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NFSU is on the jury and digital forensics is their field. The BSA §63 dual-signature requirement is new and most submissions will still cite IEA §65B.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Publishing measured failures reads as credibility to a technical jury, and every one of these is reproducible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CCTV integration, ANPR and real-time alerting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661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the platform that knows what each camera can physically see 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still produces intelligence from the ones that cannot read a plate.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Police Innovation Hackathon 2026  ·  Category 1  ·  Hybrid: Model 1 spine + Model 3 federation + Model 2 direct-connect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MEASURED, NOT WHAT WE ASSUMED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of the estate physically cannot read a plate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647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5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30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produced a plate legible to the eye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43784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crop by crop, not counted by a detector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01568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17647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24–66 px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plate width elsewhere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843784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OCR needs roughly 120 px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7376" y="17647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5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30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ANPR-capable (Identify)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2843784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Recognise, 5 Observe, 23 ungraded for lack of 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07424" y="160020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90304" y="17647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5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90304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delivered no usable frame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2843784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analysed frame decoded corrupt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657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constraint on statewide ANPR is optics, not compute.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16052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plates were large enough (97–124 px) our pipeline read them correctly and repeatedly — one plate exactly, another consistently across five frames.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assumes every camera can do ANPR spends GPUs to produce confident nonsense.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measure what each camera can resolve, publish it, and allocate analytics by grade.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profile_cameras.py against cctv.corp8.cloud, 30 cameras, 20 s each, 21 September 2026. Raw output in the repository.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ORGANISER'S GRID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streams actually do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camera 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measured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fps declared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fps delivered — and 0.5 to 30 across the estate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rate 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camera declares 250, another 90,000 (a leaked timebase)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intervals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ms to 2,040 ms; stalls to 10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connect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 frames in ~100 ms — 0.6 to 1.3 s of replayed buffer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metadata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fields: id and name. No location, department, codec or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limits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undocumented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 min of streaming exhausts the quota; then 403 and RTSP 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timing decision in the platform comes from presentation timestamps — never wall clock, never declared frame rate.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tracker that counts frames instead of reading timestamps computes impossible velocities after every stall on this grid.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that does not announce itself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H.265 stream joined mid-GOP emits grey smears. OpenCV reports them as successful reads.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1C3253"/>
          </a:solidFill>
          <a:ln w="19050">
            <a:solidFill>
              <a:srgbClr val="EF5F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5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60-second recording was corrupt — and every frame decoded without error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1C3253"/>
          </a:solidFill>
          <a:ln w="19050">
            <a:solidFill>
              <a:srgbClr val="37C9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194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7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971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our integrity gate and rejoin-on-corruption — a desynchronised decoder never recovers on its own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estate: 8 of 30 cameras delivered corrupt frames, and 4 delivered nothing usable at all.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46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those frames, an object detector reported “potted plant”, “airplane” and “boat” — on an empty road.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03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platform that does not gate on frame integrity generates detections from noise, silently.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saturation and flat-block fraction against each camera's own baseline — so a night scene is not mistaken for corruption.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stream is remediated as FIX_STREAM, not RE_LENS. Re-lensing would fix nothing.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spine, three ways 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108960" y="150876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1C3253"/>
          </a:solidFill>
          <a:ln w="19050">
            <a:solidFill>
              <a:srgbClr val="1C325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46120" y="162763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surface — map · capability · alerts · vehicle trace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2606040"/>
            <a:ext cx="7772400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9050">
            <a:solidFill>
              <a:srgbClr val="1323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2697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Registry + GIS (PostgreSQL + PostGIS)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· DVR/encoder nodes · capability history · plate reads · watchlist · alerts · audit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3977640"/>
            <a:ext cx="448056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9050">
            <a:solidFill>
              <a:srgbClr val="F2A0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4096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— Federation adapters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434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departmental VMS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3977640"/>
            <a:ext cx="448056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9050">
            <a:solidFill>
              <a:srgbClr val="F2A0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4096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Edge ANPR workers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434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ONVIF direct, incl. analog via DVR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never moves to the centre. A plate read is ~250 bytes; frames leave the edge only when an operator requests evidence, against an FIR reference.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estate contains all three situations at once — a VMS here, a DVR in a cupboard there, a society camera willing to share. The registry records which path each camera arrived by.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4, PRICED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reject full central ingest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6576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ingest, 80,000 cameras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Mbps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~160 Gbps sustained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 GB per camera per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~1.73 PB/day → ~52 PB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on every 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streams per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~4,000 GPUs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Metadata-only federation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 B per detection, ~10 M/day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7C9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 GB/day → ~1 TB/year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40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orders of magnitude in storage. Four in network.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GPU figure assumes every stream is worth analysing. On this estate, most are not.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allocate ANPR by capability grade: continuous on Identify-grade cameras, vehicle class and direction below that.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remediation plan says what it would cost to upgrade the cameras that matter.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Order-of-magnitude estimates from stated assumptions, to be replaced with measured figures as the estate is profiled.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nobody else will ship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Capability Index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1673352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every camera by measured optics against IEC 62676-4, not by whether it is online. Output a costed re-aim / re-lens / replace plan.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620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862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identity integrity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843784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tracking where plates are unreadable; clone and duplicate-plate detection; impossible-journey flags gated on loop epoch.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325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40325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integration pack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4014216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questionnaire SCRB would actually send, per-archetype onboarding, the analog/DVR path, and private-camera consent.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029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52029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audit chain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5184648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 queries tied to an FIR, append-only audit, SHA-256 sealed exports, pre-filled BSA §63 certificate with dual signature.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 01 — THE HEADLINE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Capability Index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are the ruler: their size is fixed by CMVR, so plate width in pixels gives pixel density at the traffic lane. Graded against IEC 62676-4:2014 DORI.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9050">
            <a:solidFill>
              <a:srgbClr val="37C9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67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≥250 px/m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6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ANPR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05740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9050">
            <a:solidFill>
              <a:srgbClr val="3E7B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167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≥125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96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ANPR, attributes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2057400"/>
            <a:ext cx="260604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9050">
            <a:solidFill>
              <a:srgbClr val="F2A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1671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≥63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496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colour, direction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205740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4F7FB"/>
          </a:solidFill>
          <a:ln w="19050">
            <a:solidFill>
              <a:srgbClr val="6E819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≥25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4963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and counting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00400"/>
            <a:ext cx="6675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px/m is a deliberate lower bound — every plate is assumed to be the widest CMVR plate.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plates seen means UNGRADED, not DETECT. “No evidence” and “measured as poor” are different claims.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 stays unverified until a human has seen the crop, because detectors fire on signage, taillights and on-screen text.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corrupt stream is flagged FIX_STREAM — an engineering fault, not an optics one.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98080" y="3200400"/>
            <a:ext cx="4114800" cy="237744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266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Remediation, costed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37033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RE_LENS — needs 1.8× focal length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RE_AIM_OR_RE_LENS — tighter framing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REPLACE_OR_REPURPOSE — use for counting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FIX_STREAM — encoder or packet loss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— too little evidence to judge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asks for gap-analysis reports on ageing infrastructure. Most submissions will ship a green dot; this measures the optics.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plates a camera barely resolves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integrity gate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32304" y="1600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6916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600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25696" y="16916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(PTS-driven)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600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6916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 on the vehicle crop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83296" y="1600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93024" y="16916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per frame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966960" y="160020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1C3253"/>
          </a:solidFill>
          <a:ln w="12700">
            <a:solidFill>
              <a:srgbClr val="1C325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76688" y="1691640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across the track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1752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are searched inside the vehicle crop, not the whole frame — a 1920-wide frame resized to 608 px loses the plate entirely.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tracker's motion model takes a real time delta in pixels per second. This grid's frame intervals vary by two orders of magnitude.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state resets at a loop discontinuity: carrying tracks across a hard cut invents journeys that never happened.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is usable only if the format is a valid Indian registration, more than one frame contributed, and the characters agreed.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0" y="301752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318211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1.0–1.45 s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analysed frame, CPU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42611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580–765 ms · plate 370–670 ms · OCR 45 ms. Sizes the edge hardware; first thing a GPU changes.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throughput, not a target. Real-time multi-camera operation needs GPU.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VOTING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poor reads make one correct plate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OCR a frame and keep the answer. Read the plate on every frame of the track, then vote per character position, weighted by the OCR's own per-character probabilities.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037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GJ01AB1234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21488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22037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GJ01AB1Z34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1488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2037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GJ01A81234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21488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22037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GJ0IAB1234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21488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22037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GJ01AB1284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15768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70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GJ01AB1234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51760" y="2715768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2770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6J01AB1234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715768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770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GJ01AB1234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2715768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770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GJ01AB1234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0" y="2715768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0" y="2770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5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GJ01AB1734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56616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1C3253"/>
          </a:solidFill>
          <a:ln w="25400">
            <a:solidFill>
              <a:srgbClr val="37C97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703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C9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GJ01AB1234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187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voted, format-validated, corroborated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356616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vote does not require any single frame to have produced the winning string.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repair only swaps characters whose class is wrong for a candidate Indian plate mask — O→0 in a digit slot, never blindly.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from the grid: our OCR returned GJO1AB1234 on a test plate; position 3 must be a digit, so the repair is justified by the format, not guessed.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pulls usable reads off low-grade cameras — and it is also why a single read is never called a confirmation.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REGISTRATION IN, A TIMESTAMPED ROUTE 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graded test case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737360"/>
                <a:gridCol w="1737360"/>
                <a:gridCol w="1005840"/>
                <a:gridCol w="10058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px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23:16:43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GJ-AHM-CAM05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GJ01DM4242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reads, corroborated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23:20:43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GJ-AHM-CAM16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GJ01DM4242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reads, corroborated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23:33:43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GJ-GAN-CAM12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Gandhinagar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GJ0IDM4242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reads, corroborated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23:55:43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GJ-AHM-CAM01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GJ01DM4242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reads, corroborated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00:08:43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GJ-AHM-CAM13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GJ01DM424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A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sightings · 5 cameras · 22.01 km · 1 loop repeat folded · evidence: good, but includes fuzzy matches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70832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Confusion-aware matching: an exact-match query reports “never seen” for a vehicle that was seen. Fuzzy sightings are labelled and scored, never silently merged.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folding: passes sharing a camera sequence collapse into one route. Without it, the sandbox reports a car driving the same road all night.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Plausibility: implied speed from real distance over real time — over 150 km/h is flagged, except across a loop boundary where the clock restarts.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with no confirmed location gives an unknown-distance leg, never an invented one.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journey, tagged synthetic in the database and removable with one command — real grid reads come from the cameras that can actually read a plate.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worth acting on — and ones that are not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25400">
            <a:solidFill>
              <a:srgbClr val="F2A0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fuzzy match is a lead, never a confirmation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at reduced priority, flagged for verification, and the operator sees it in words. Acting on a fuzzy hit stops the wrong driver.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190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7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— exact, corroborated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0" y="15544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0" y="171907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— fuzzy, single read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11064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explains itself: severity adjusted by evidence — exact vs fuzzy, corroborated vs single, camera capability grade, plate pixel width — with the reasoning stored per alert.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deduplicate: repeat sightings raise a hit count. On the demo journey that is 10 alerts for one car at the default window, 5 with the loop-aware window.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expire. A circulation nobody withdrew stops generating stops. Withdrawal deactivates rather than deletes — why a vehicle was circulated is audit trail.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 and eGujCop/CCTNS adapters are designed and declared; each raises rather than returning fabricated or silently empty data.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watchlist source that quietly yields nothing reports “no hits” for a stolen vehicle it was never told about. Ours refuses instead.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· MODEL 1, COMPULSORY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the estate as it actually 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cameras hang off a DVR or encoder. The node is a first-class record with its channel count, and the database refuses an analog camera that does not name one.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cameras — societies, malls, shops — need a consent reference with an expiry, enforced by a constraint rather than a hopeful check in the UI.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doors in: a form, a department's CSV, or the API. Capability reports import the same way.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is a claim until surveyed. The grid catalogue has no coordinates, so every point is labelled with how it was arrived 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06640" y="1600200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3524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analysis, from real 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148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2037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with no department assigned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8072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862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optics never surveyed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346557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grades not yet eye-verified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41239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4178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location established at all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onboarding tasks with names attached, not rows hidden from the dashboard.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“Department-wise information requirements” is a whole evaluation dimension. This is the worklist that answers it.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 AND 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court, not just a control room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 queries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6771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vehicle carries an FIR/DD reference into an append-only audit log, alongside the rows returned.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chain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26771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sealed exports with a pre-filled Section 63 Bharatiya Sakshya Adhiniyam 2023 certificate — dual signature, unlike the old IEA §65B.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in artifacts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6771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URLs embed credentials. They are redacted from every log line, report and recording, and the repository is scanned before each commit.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enforced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1655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camera without a consent reference is rejected by the database. Expiry is surfaced before it lapses.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794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Department-scoped RBAC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41655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tenancy: a department sees its own estate by default.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7947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4F7FB"/>
          </a:solidFill>
          <a:ln w="12700">
            <a:solidFill>
              <a:srgbClr val="C7D9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recognition: designed, not built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41655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case is vehicle-centric. Deploying face recognition across a public estate raises proportionality questions a hackathon should not answer for the state.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BY CONSTRUCTION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source, and we read the licences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RF-DETR via open-image-models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YOLOv9-architecture plate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package (weights: see note)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fast-plate-ocr cct-xs-v2-global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ByteTrack-style, implemented in-repo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 and GIS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PostGIS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/ GPL-2.0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sandbox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MediaMTX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OSRM (self-hosted)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BSD-2-Clause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 is excluded deliberately: AGPL-3.0's network clause would force disclosure of the entire platform.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honestly: the plate detector weights derive from GPL-3.0 upstream YOLOv9 — no network clause, so server-side use triggers no obligation, but we do not claim a spotless MIT stack.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weights appear trained on Latin-American plates, which is exactly why Indian plate performance was validated explicitly and published.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vendored into the deployment artifact — police networks are egress-restricted and should not fetch models from GitHub at runtime.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LIMITATIONS.md, alongside the successes.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10972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is viable on a small minority of this estate's cameras. That is the finding, not a defect we hide.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throughput on CPU is about one frame per second; real-time multi-camera operation needs GPU.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distances need a self-hosted OSRM; straight-line distance is used until it is deployed, which keeps the plausibility check conservative.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 and CCTNS are designed and declared, not connected — they need an NIC certificate and GSWAN placement.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locations derived from names are approximate and labelled: 8 to a junction, 16 to a town, 6 not placeable at all.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camera's catalogue name does not match the location in its own video overlay. Names are labels, not locations.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re-identification and face recognition are designed, not implemented.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PLATFORM, NOT A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2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 + GIS, multi-department, analog and IP, private cameras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Capability Index with costed remediation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ANPR: detect → track → read → vote, PTS-driven, integrity-gated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reconstruction with loop folding and plausibility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Watchlist matching with prioritised, deduplicated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dashboard: map, capability, alerts, vehicle 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Purpose-bound queries and append-only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VAHAN / SARTHI / eGujCop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A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Designed, not connected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Cross-camera re-identification, face recognition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A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Designed, not 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figure in this deck was measured against the organiser's grid and is reproducible from the repository.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Mock-ups, animations and concept videos are explicitly rejected by the problem statement. This is a working backend.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statewide CCTV integration, ANPR and alerting</dc:title>
  <dc:subject>PptxGenJS Presentation</dc:subject>
  <dc:creator>Sentinel</dc:creator>
  <cp:lastModifiedBy>Sentinel</cp:lastModifiedBy>
  <cp:revision>1</cp:revision>
  <dcterms:created xsi:type="dcterms:W3CDTF">2026-09-21T08:57:45Z</dcterms:created>
  <dcterms:modified xsi:type="dcterms:W3CDTF">2026-09-21T08:57:45Z</dcterms:modified>
</cp:coreProperties>
</file>